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5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1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8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4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6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7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6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2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4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89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25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38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84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73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6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2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7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Liver Disease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Shewak N</a:t>
            </a:r>
          </a:p>
          <a:p>
            <a:r>
              <a:t>Roll No: 2022115087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This project develops a machine learning-based predictive model for liver disease detection.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Random Forest classifier was trained using key health indicators such as bilirubin, proteins, and enzymes.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A Streamlit web app interface collects user inputs and displays real-time predictions.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Predictions are stored securely in a PostgreSQL database for future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Liver diseases are critical conditions that require timely diagnosis and intervention.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Traditional diagnosis methods can be enhanced with predictive analytics.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Machine Learning helps identify high-risk individuals using clinical data.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This project uses a supervised classification model to automate risk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Dataset from Kaggle includes 10+ features such as: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• Total/Direct Bilirubin, Alkaline Phosphotase, SGPT, SGOT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• Total Proteins, Albumin, Albumin/Globulin Ratio, Age, Gender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Gender encoded: 1 = Male, 0 = Female; Target = Result (1 = Disease, 0 = No Disease)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Data cleaned by removing missing/null entries.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Categorical values like Gender were encoded numerically.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Column names cleaned and standardized.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Feature scaling applied using StandardScaler for better model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Model used: Random Forest Classifier for its accuracy and robustness.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Data split: 80% training and 20% testing.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Training done on scaled data to maintain feature importance.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Hyperparameters were set to default for simplicity and interpretability.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Evaluated using the following metrics: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• Accuracy – Overall correctness of predictions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• Precision – Correctness of positive predictions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• Recall – Ability to identify all actual positives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• F1-Score – Balance between precision and recall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Model showed balanced results indicating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with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Streamlit used to create a lightweight, interactive web app.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Users input medical data via the interface.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Model processes input and returns prediction on screen.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Application is responsive and easy to use for non-technical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PostgreSQL database hosted on Render stores prediction logs.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SQLAlchemy handles ORM-based secure communication with the DB.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Each prediction is stored along with input parameters and result.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Supports data persistence and historical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ML-based model effectively predicts liver disease with high accuracy.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Web app integration makes it usable for health professionals and patients.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PostgreSQL DB ensures secure and scalable storage.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Project showcases real-world applicability of AI in healthcare.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• Liver Disease Dataset – Kaggle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• Scikit-learn Documentation – Model building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• Streamlit – Web app framework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• SQLAlchemy &amp; PostgreSQL – Database integration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457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Liver Disease Prediction Using Machine Learning</vt:lpstr>
      <vt:lpstr>Abstract</vt:lpstr>
      <vt:lpstr>Introduction</vt:lpstr>
      <vt:lpstr>Dataset Description</vt:lpstr>
      <vt:lpstr>Data Preprocessing</vt:lpstr>
      <vt:lpstr>Model Building</vt:lpstr>
      <vt:lpstr>Evaluation Metrics</vt:lpstr>
      <vt:lpstr>Deployment with Streamlit</vt:lpstr>
      <vt:lpstr>Database Integration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Shewak N</cp:lastModifiedBy>
  <cp:revision>2</cp:revision>
  <dcterms:created xsi:type="dcterms:W3CDTF">2013-01-27T09:14:16Z</dcterms:created>
  <dcterms:modified xsi:type="dcterms:W3CDTF">2025-05-10T16:42:04Z</dcterms:modified>
  <cp:category/>
</cp:coreProperties>
</file>